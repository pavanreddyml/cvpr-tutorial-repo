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658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 Builds, Tom Breaks:</a:t>
            </a:r>
            <a:endParaRPr lang="en-US" sz="4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Learned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attacks. Five defense stacks. One loop that never stops.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Tom's Journey: From Prototype to Production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started with a notebook and a dream. Five chapters later, he has a hardened production system — and a much deeper understanding of what can go wrong.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8595360" cy="32004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Tom's Action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Broke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760720" y="1828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Fixed It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8595360" cy="3931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194560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2194560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VLM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0" y="2194560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Text-in-image bypassed guardrails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60720" y="2194560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filter + I/D separation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2633472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633472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633472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OCR defense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26080" y="2633472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payload revealed by resize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760720" y="2633472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Anti-aliasing (LANCZOS) + SSIM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072384"/>
            <a:ext cx="8595360" cy="3931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072384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3072384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pipeline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26080" y="3072384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Gradient-optimized pixels flipped behavior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60720" y="3072384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smoothing + adv. training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74320" y="3511296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511296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3511296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Bought vendor model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26080" y="3511296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→ dad jokes → safety bypass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60720" y="3511296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Cleanse + spectral signatures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950208"/>
            <a:ext cx="8595360" cy="3931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950208"/>
            <a:ext cx="365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3950208"/>
            <a:ext cx="20116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own model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26080" y="3950208"/>
            <a:ext cx="26517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in dataset was a trigger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760720" y="3950208"/>
            <a:ext cx="2926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screening + canary tasks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Pattern: Every Defense Creates a New Attack Surface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what happened at each stage: Tom's defense from the previous chapter is what the next attacker exploits.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Ch1 → Ch2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8288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adds OCR to catch text-in-image. Ch2 attacker hides payload AFTER the OCR step (in preprocessing).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40487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048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Ch2 → Ch3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40487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fixes preprocessing (LANCZOS). Ch3 attacker doesn't use text at all — gradient-optimized pixels.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80944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9809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Ch3 → Ch4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9809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can't change the model. Ch4 shows the model itself can be compromised before Tom ever gets it.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5701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55701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5701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Ch4 → Ch5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55701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stops trusting vendors, trains his own. Ch5 shows the TRAINING DATA is the attack surface.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3308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133088"/>
            <a:ext cx="54864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330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Ch5 → ?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1330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continues. What's next? The attacker always has the next move.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Attack Taxonomy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34747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1430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143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1430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0" y="11430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0" y="11430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527048"/>
            <a:ext cx="8595360" cy="3931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527048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FigStep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527048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manipulation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0" y="1527048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1527048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40880" y="152704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60-82%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965960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1965960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Anamorphic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0" y="1965960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 exploit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40480" y="1965960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Black-box*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0" y="1965960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40880" y="1965960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404872"/>
            <a:ext cx="8595360" cy="3931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404872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2404872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optimization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0" y="2404872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White-box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0" y="2404872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2404872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843784"/>
            <a:ext cx="859536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2843784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Backdoor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0" y="2843784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manipulation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0" y="2843784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Training-time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2843784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40880" y="2843784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282696"/>
            <a:ext cx="8595360" cy="3931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3282696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Poisoning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828800" y="3282696"/>
            <a:ext cx="1828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manipulation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0" y="3282696"/>
            <a:ext cx="15544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Training-time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0" y="3282696"/>
            <a:ext cx="1371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40880" y="328269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" y="384048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474720" y="384048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trivial (FigStep: render text on white bg) to research frontier (data poisoning at web scale). All are real.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286000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Defense-in-Depth: The Full Stack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defense stops all attacks. The goal is defense-in-depth: every layer catches what the others miss.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45720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18288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scan, dimension caps, format re-encode, SSIM check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40880" y="182880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Ch1, Ch2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82296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258568"/>
            <a:ext cx="45720" cy="3840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585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22585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LANCZOS (anti-aliasing), randomized resize/crop/JPEG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40880" y="22585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Ch2, partial Ch3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82296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88336"/>
            <a:ext cx="45720" cy="38404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8833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hardening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0" y="268833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training, randomized smoothing, multi-view voting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40880" y="2688336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118104"/>
            <a:ext cx="82296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118104"/>
            <a:ext cx="45720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181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provenance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377440" y="311810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verification, Neural Cleanse, spectral signatures, MNTD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40880" y="3118104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Ch4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547872"/>
            <a:ext cx="82296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3547872"/>
            <a:ext cx="45720" cy="384048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478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77440" y="354787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screening, spectral detection, canary tasks, DP-SGD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040880" y="354787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8229600" cy="3840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3977640"/>
            <a:ext cx="45720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9776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filtering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77440" y="397764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classifier on output, dual-model verification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40880" y="397764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Ch1-3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2029968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20299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PROBLEMS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Still Unsolved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certification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can't PROVE a model is safe, backdoor-free, or poison-resistant. All current methods are heuristic.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attacks win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defense we covered can be beaten by an adaptive attacker who knows the defense. Arms race.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gap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detection methods tested on small models (&lt;1B). Do they work at 70B? 400B? Unknown.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Cross-modal complexity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+ image + audio + video — each modality adds attack surface exponentially, not linearly.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attribution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93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training samples caused this output?" We can't answer this efficiently for VLMs today.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Research Frontier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defenses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 smoothing, DPA, verifiable training. Can we guarantee robustness? Tight bounds?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Mechanistic interpretability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locate backdoor circuits? Understand what adversarial perturbations exploit? Superposition?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alignment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alignment that works across modalities. Not just text. Cross-modal instruction understanding.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data auditing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10M+ training samples efficiently. Per-sample influence at scale. Formal data trust levels.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benchmarks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93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 VLM security benchmark exists. Each paper uses different models, attacks, metrics. We need one.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Framework Coverage Recap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LLM Top 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18872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11887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RMF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8229600" cy="3931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572768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572768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(Injection)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1572768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T0604, T0609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0" y="1572768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2.3, MANAGE 4.1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82296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11680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011680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LLM01, LLM03 (Supply Chain)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2011680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T0610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2011680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1.5, MANAGE 2.4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450592"/>
            <a:ext cx="8229600" cy="3931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450592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2450592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LLM01, LLM06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14800" y="2450592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T0600, T0609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0" y="2450592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2.7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889504"/>
            <a:ext cx="822960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889504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2889504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LLM03, LLM04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0" y="2889504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T0609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2889504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3.4, MANAGE 4.1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328416"/>
            <a:ext cx="8229600" cy="393192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328416"/>
            <a:ext cx="5486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3328416"/>
            <a:ext cx="2743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LLM03, LLM04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114800" y="3328416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T0607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3328416"/>
            <a:ext cx="22860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2.3, MANAGE 3.2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931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474720" y="3931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map any VLM security incident to OWASP, MITRE, and NIST. Documentation-ready.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TAKEAWAY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Loop Never Stops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Tom's story doesn't end here. Every system update, every new model version, every new data source restarts the loop: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828800"/>
            <a:ext cx="2286000" cy="77724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model/feature/update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0" y="1828800"/>
            <a:ext cx="2286000" cy="7772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828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 with 5 attack classes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0" y="3200400"/>
            <a:ext cx="2286000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Defense-in-depth: 6 layers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371600" y="3200400"/>
            <a:ext cx="2286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Log, monitor, verify, document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1828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899AA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29200" y="2606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899AA"/>
                </a:solidFill>
              </a:rPr>
              <a:t>↓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657600" y="32004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899AA"/>
                </a:solidFill>
              </a:rPr>
              <a:t>←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26060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899AA"/>
                </a:solidFill>
              </a:rPr>
              <a:t>↑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Principles from Tom's Journey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Images are executable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VLM pipeline, images carry instructions, trigger behaviors, and drive actions. Treat them as code, not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Filter every channel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Text-only guardrails miss visual attacks. Every input modality needs its own validation. No channel is passive.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Preprocessing is security-critical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Resize, crop, compress — each transform changes what the model sees. Anti-aliasing alone stops an entire attack class.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Don't trust what you didn't verify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weights, training data, adapters, quantized variants — verify provenance. Hash everything. Sign everything.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The loop never stops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93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is not a feature you ship once. Ship → Attack → Patch → Audit. Every update restarts the cycle.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Tom Does Now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is no longer the engineer who just ships and hopes for the best.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deploying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5-attack checklist. Tests FigStep, anamorphic, adversarial, trigger sweep, data screening.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trusting a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provenance. Compares weight hashes. Runs Neural Cleanse + spectral signatures.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training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 training data: CLIP alignment, spectral signatures, canary tasks. Logs per-sample provenance.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production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SSIM monitoring, output filtering, dual-model verification, preprocessing logging.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release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3493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→ Attack → Patch → Audit. Documents findings. Maps to frameworks. Briefs security team.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Reference List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paper references are in each chapter's source slides. Key works across all chapters: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28800"/>
            <a:ext cx="4572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Ch1 (FigStep)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77440" y="182880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Gong (2023), Liu MM-SafetyBench (2024), Bailey (2023), Greshake (2023), HADES (2025)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286000"/>
            <a:ext cx="4572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86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Ch2 (Scaling)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228600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 (2019), Quiring (2020), Trail of Bits (2024)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822960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743200"/>
            <a:ext cx="45720" cy="4114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43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Ch3 (Adversarial)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274320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Goodfellow (2015), Madry (2018), C&amp;W (2017), Qi (2024), Ilyas (2019)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00400"/>
            <a:ext cx="4572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00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Ch4 (Backdoor)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77440" y="320040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 BadNets (2017), Wang Neural Cleanse (2019), Liu Fine-Pruning (2018), Xu MNTD (2021)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657600"/>
            <a:ext cx="45720" cy="41148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57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Ch5 (Poison)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77440" y="365760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Xu Shadowcast (2024), Geiping Witches' Brew (2021), Tran (2018), Koh &amp; Liang (2017)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4114800"/>
            <a:ext cx="4572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114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77440" y="411480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LLM (2025), MITRE ATLAS v5.4.0, NIST AI RMF 1.0, NIST AI 600-1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Builds, Tom Breaks: Hands-On Attacks &amp; Defenses for Vision-Language Systems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Pavan Reddy • CVPR 2025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Ship → Attack → Patch → Audit.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never stops. — Tom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1278</Words>
  <Application>Microsoft Office PowerPoint</Application>
  <PresentationFormat>On-screen Show (16:9)</PresentationFormat>
  <Paragraphs>227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 Builds, Tom Breaks — Wrap-Up</dc:title>
  <dc:subject>PptxGenJS Presentation</dc:subject>
  <dc:creator>Pavan Reddy</dc:creator>
  <cp:lastModifiedBy>Pavan Reddy</cp:lastModifiedBy>
  <cp:revision>2</cp:revision>
  <dcterms:created xsi:type="dcterms:W3CDTF">2026-05-31T06:59:59Z</dcterms:created>
  <dcterms:modified xsi:type="dcterms:W3CDTF">2026-06-03T01:02:32Z</dcterms:modified>
</cp:coreProperties>
</file>